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292608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Currency Conversion Service</a:t>
            </a:r>
          </a:p>
          <a:p>
            <a:pPr algn="ctr"/>
            <a:r>
              <a:rPr sz="2000" b="0">
                <a:solidFill>
                  <a:srgbClr val="D7EFE3"/>
                </a:solidFill>
                <a:latin typeface="Calibri"/>
              </a:rPr>
              <a:t>Recommendation for Lead / Project Manager</a:t>
            </a:r>
          </a:p>
          <a:p>
            <a:pPr algn="ctr"/>
            <a:r>
              <a:rPr sz="1400" b="0">
                <a:solidFill>
                  <a:srgbClr val="D7EFE3"/>
                </a:solidFill>
                <a:latin typeface="Calibri"/>
              </a:rPr>
              <a:t>Updated after Frankfurter v2 verification (AED / SAR / date support)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A5C52"/>
                </a:solidFill>
                <a:latin typeface="Calibri"/>
              </a:rPr>
              <a:t>Plain language · POC: Angular + Django ·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What we need (in plain words)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Convert user amounts using the exchange rate for a chosen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User enters an amount in Indian Rupees (INR) or another local currency.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Product must show the same value in USD, AED, SAR, and other currencies.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Rate should match the date the user selects (for example an invoice date).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We should save the exact rate + date used on each transaction for records.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Call the conversion service from the server (Django), not from the browser.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Services we researched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Four options compared during the POC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274320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743200" cy="41148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Frankfurter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Free · no API key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USD, AED, SAR, INR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Works with a date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Lead-confirmed API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api.frankfurter.dev/v2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274320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463040"/>
            <a:ext cx="2743200" cy="411480"/>
          </a:xfrm>
          <a:prstGeom prst="rect">
            <a:avLst/>
          </a:prstGeom>
          <a:solidFill>
            <a:srgbClr val="0A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Open Exchange 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96596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Paid commercial option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Free ~1,000 calls/mo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Good for SLA / vendor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USD, AED, SAR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openexchangerates.org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274320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ExchangeRate-API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Paid budget alternate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Free ~1,500 calls/mo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Strong USD/AED feel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History mostly paid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exchangerate-api.com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463040"/>
            <a:ext cx="2743200" cy="411480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1463040"/>
            <a:ext cx="2743200" cy="411480"/>
          </a:xfrm>
          <a:prstGeom prst="rect">
            <a:avLst/>
          </a:prstGeom>
          <a:solidFill>
            <a:srgbClr val="6A4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Community CDN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65960"/>
            <a:ext cx="24688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Demo / prototype only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Accuracy can drift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Not for company use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Keep out of production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Important: Frankfurter v1 vs v2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This is why the first check looked incomplete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03520" cy="384048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solidFill>
            <a:srgbClr val="8A2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Old v1 (ECB-only)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5029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No AED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No SAR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~30 currencies only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Looked like a blocker for Gulf currencies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Example host: api.frankfurter.app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384048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1554480"/>
            <a:ext cx="5303520" cy="41148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New v2 (lead’s 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502920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AED yes · SAR yes · USD yes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Date parameter works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Simple query style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No API key required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api.frankfurter.dev/v2/rates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A4A35"/>
                </a:solidFill>
                <a:latin typeface="Calibri"/>
              </a:rPr>
              <a:t>Lead sample: https://api.frankfurter.dev/v2/rates?base=INR&amp;quotes=AED&amp;date=2026-10-20  →  rate 0.03872  →  10,000 INR = 387.20 AED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POC numbers (10,000 INR)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Compared with our reference pack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840480" cy="640080"/>
          </a:xfrm>
          <a:prstGeom prst="rect">
            <a:avLst/>
          </a:prstGeom>
          <a:solidFill>
            <a:srgbClr val="0F6B4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554480"/>
            <a:ext cx="2011680" cy="640080"/>
          </a:xfrm>
          <a:prstGeom prst="rect">
            <a:avLst/>
          </a:prstGeom>
          <a:solidFill>
            <a:srgbClr val="0F6B4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USD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554480"/>
            <a:ext cx="2011680" cy="640080"/>
          </a:xfrm>
          <a:prstGeom prst="rect">
            <a:avLst/>
          </a:prstGeom>
          <a:solidFill>
            <a:srgbClr val="0F6B4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 AED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554480"/>
            <a:ext cx="3657600" cy="640080"/>
          </a:xfrm>
          <a:prstGeom prst="rect">
            <a:avLst/>
          </a:prstGeom>
          <a:solidFill>
            <a:srgbClr val="0F6B4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38404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Reference pack (22 Oct 2026)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20116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105.43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194560"/>
            <a:ext cx="20116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388.90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194560"/>
            <a:ext cx="365760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Target mid-market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34640"/>
            <a:ext cx="3840480" cy="64008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Frankfurter v2 (20 Oct 2026)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834640"/>
            <a:ext cx="2011680" cy="64008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105.40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2011680" cy="64008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387.20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834640"/>
            <a:ext cx="3657600" cy="64008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Free · date works · SAR too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38404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Frankfurter v2 (today sample)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474720"/>
            <a:ext cx="20116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~105.8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474720"/>
            <a:ext cx="201168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1">
                <a:solidFill>
                  <a:srgbClr val="14201A"/>
                </a:solidFill>
                <a:latin typeface="Calibri"/>
              </a:rPr>
              <a:t>388.70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474720"/>
            <a:ext cx="3657600" cy="64008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64592"/>
          <a:lstStyle/>
          <a:p>
            <a:pPr algn="ctr"/>
            <a:r>
              <a:rPr sz="1300" b="0">
                <a:solidFill>
                  <a:srgbClr val="14201A"/>
                </a:solidFill>
                <a:latin typeface="Calibri"/>
              </a:rPr>
              <a:t>Close to reference AED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Free vs paid (simple view)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Approximate vendor free limits — re-check before purchase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194560" cy="502920"/>
          </a:xfrm>
          <a:prstGeom prst="rect">
            <a:avLst/>
          </a:prstGeom>
          <a:solidFill>
            <a:srgbClr val="0A4A35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Topic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417320"/>
            <a:ext cx="3017520" cy="502920"/>
          </a:xfrm>
          <a:prstGeom prst="rect">
            <a:avLst/>
          </a:prstGeom>
          <a:solidFill>
            <a:srgbClr val="0A4A35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Frankfurter v2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0" y="1417320"/>
            <a:ext cx="3200400" cy="502920"/>
          </a:xfrm>
          <a:prstGeom prst="rect">
            <a:avLst/>
          </a:prstGeom>
          <a:solidFill>
            <a:srgbClr val="0A4A35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 Exchange Rates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0" y="1417320"/>
            <a:ext cx="3200400" cy="502920"/>
          </a:xfrm>
          <a:prstGeom prst="rect">
            <a:avLst/>
          </a:prstGeom>
          <a:solidFill>
            <a:srgbClr val="0A4A35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ExchangeRate-API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19456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920240"/>
            <a:ext cx="3017520" cy="77724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Free (no key)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192024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Free ~1,000/mo; paid for scale/SLA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192024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Free ~1,500/mo; paid for history/scale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219456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AED / SAR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697480"/>
            <a:ext cx="3017520" cy="77724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Yes (v2)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269748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69748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Yes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219456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Past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3474720"/>
            <a:ext cx="3017520" cy="77724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Yes (v2)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347472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Stronger on paid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347472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Paid for reliable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51960"/>
            <a:ext cx="219456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Best 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251960"/>
            <a:ext cx="3017520" cy="777240"/>
          </a:xfrm>
          <a:prstGeom prst="rect">
            <a:avLst/>
          </a:prstGeom>
          <a:solidFill>
            <a:srgbClr val="E7F3EC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1">
                <a:solidFill>
                  <a:srgbClr val="14201A"/>
                </a:solidFill>
                <a:latin typeface="Calibri"/>
              </a:rPr>
              <a:t>Primary free 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425196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Paid commercial backup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4251960"/>
            <a:ext cx="3200400" cy="777240"/>
          </a:xfrm>
          <a:prstGeom prst="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/>
            <a:r>
              <a:rPr sz="1200" b="0">
                <a:solidFill>
                  <a:srgbClr val="14201A"/>
                </a:solidFill>
                <a:latin typeface="Calibri"/>
              </a:rPr>
              <a:t>Paid budget alternate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Recommendation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What we should decide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1247120" cy="146304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Primary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9202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Frankfurter v2 (free) — supports INR → USD / AED / SAR, works with a date, matched our POC, no API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108960"/>
            <a:ext cx="54864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108960"/>
            <a:ext cx="5486400" cy="411480"/>
          </a:xfrm>
          <a:prstGeom prst="rect">
            <a:avLst/>
          </a:prstGeom>
          <a:solidFill>
            <a:srgbClr val="0A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If paid commercial SLA is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1188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1st: Open Exchange Rates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2nd (budget): ExchangeRate-API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Our app can switch with one setting.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108960"/>
            <a:ext cx="5486400" cy="2194560"/>
          </a:xfrm>
          <a:prstGeom prst="roundRect">
            <a:avLst/>
          </a:prstGeom>
          <a:solidFill>
            <a:srgbClr val="FFFDF8"/>
          </a:solidFill>
          <a:ln>
            <a:solidFill>
              <a:srgbClr val="D5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3108960"/>
            <a:ext cx="5486400" cy="411480"/>
          </a:xfrm>
          <a:prstGeom prst="rect">
            <a:avLst/>
          </a:prstGeom>
          <a:solidFill>
            <a:srgbClr val="8A2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Do not use for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3611880"/>
            <a:ext cx="52120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Community CDN / scraped feeds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Fine for early demos only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1A"/>
                </a:solidFill>
                <a:latin typeface="Calibri"/>
              </a:rPr>
              <a:t>Accuracy and licensing are weaker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Why Frankfurter v2 over the paid options (for now)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Cost + fit for our currencies and 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Free — no monthly subscription for basic use.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Supports AED and SAR on v2 (the earlier v1 gap is closed).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Date-based conversion works with a simple URL (as shared by lead).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Easy to call from Django and save rate + date on each transaction.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POC accuracy was close to our reference USD/AED numbers.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Caveat: if legal/procurement needs a paid vendor contract / SLA, keep Open Exchange Rates as the commercial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01168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Decision asked</a:t>
            </a:r>
          </a:p>
          <a:p>
            <a:r>
              <a:rPr sz="1400" b="0">
                <a:solidFill>
                  <a:srgbClr val="D7EFE3"/>
                </a:solidFill>
                <a:latin typeface="Calibri"/>
              </a:rPr>
              <a:t>Please approve the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Approve Frankfurter v2 as the default conversion service for cost and fit.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Keep Open Exchange Rates / ExchangeRate-API ready as paid alternatives if a commercial SLA is required.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For India statutory accounts/tax, confirm separately whether RBI or bank rates are still mandatory.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4201A"/>
                </a:solidFill>
                <a:latin typeface="Calibri"/>
              </a:rPr>
              <a:t>•  POC app is already wired to Frankfurter v2 and ready for demo.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03520"/>
            <a:ext cx="10972800" cy="914400"/>
          </a:xfrm>
          <a:prstGeom prst="roundRect">
            <a:avLst/>
          </a:prstGeom>
          <a:solidFill>
            <a:srgbClr val="0F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Thank you — happy to walk through the live demo and sample API on a short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